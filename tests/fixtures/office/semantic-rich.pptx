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56d4eec8784c8a" /><Relationship Type="http://schemas.openxmlformats.org/officeDocument/2006/relationships/extended-properties" Target="/docProps/app.xml" Id="Rdb214848527d4969" /><Relationship Type="http://schemas.openxmlformats.org/officeDocument/2006/relationships/officeDocument" Target="/ppt/presentation.xml" Id="Rbac08bc9508149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6ca4fec60644ff"/>
  </p:sldMasterIdLst>
  <p:notesMasterIdLst>
    <p:notesMasterId xmlns:r="http://schemas.openxmlformats.org/officeDocument/2006/relationships" r:id="R777482566ad44126"/>
  </p:notesMasterIdLst>
  <p:sldIdLst>
    <p:sldId xmlns:r="http://schemas.openxmlformats.org/officeDocument/2006/relationships" id="256" r:id="R333a63df098d426a"/>
    <p:sldId xmlns:r="http://schemas.openxmlformats.org/officeDocument/2006/relationships" id="257" r:id="R3fe356ecd5254d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dfb3d1ca5d40fb" /><Relationship Type="http://schemas.openxmlformats.org/officeDocument/2006/relationships/slideMaster" Target="/ppt/slideMasters/slideMaster1.xml" Id="R6d6ca4fec60644ff" /><Relationship Type="http://schemas.openxmlformats.org/officeDocument/2006/relationships/notesMaster" Target="/ppt/notesMasters/notesMaster1.xml" Id="R777482566ad44126" /><Relationship Type="http://schemas.openxmlformats.org/officeDocument/2006/relationships/presProps" Target="/ppt/presProps.xml" Id="R070727a3ff2c4b20" /><Relationship Type="http://schemas.openxmlformats.org/officeDocument/2006/relationships/tableStyles" Target="/ppt/tableStyles.xml" Id="R6b4f4016be0542df" /><Relationship Type="http://schemas.openxmlformats.org/officeDocument/2006/relationships/slide" Target="/ppt/slides/slide1.xml" Id="R333a63df098d426a" /><Relationship Type="http://schemas.openxmlformats.org/officeDocument/2006/relationships/slide" Target="/ppt/slides/slide2.xml" Id="R3fe356ecd5254d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456aaa1dbb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56533b02842b7" /><Relationship Type="http://schemas.openxmlformats.org/officeDocument/2006/relationships/notesMaster" Target="/ppt/notesMasters/notesMaster1.xml" Id="Rb6ca0c01c4f148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f992d1ec5646dd" /><Relationship Type="http://schemas.openxmlformats.org/officeDocument/2006/relationships/notesMaster" Target="/ppt/notesMasters/notesMaster1.xml" Id="R976baec7e42047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inspect the QR acceptance marker separately.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 fixture: qr-code.png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cite slide 2 when discussing Beijing score 83.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Deterministic acceptance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86d6510e449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8ac417b4614981" /><Relationship Type="http://schemas.openxmlformats.org/officeDocument/2006/relationships/slideLayout" Target="/ppt/slideLayouts/slideLayout1.xml" Id="Rec7709f6cfdf49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7709f6cfdf49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2e07da81149e3" /><Relationship Type="http://schemas.openxmlformats.org/officeDocument/2006/relationships/image" Target="/ppt/media/image.png" Id="R98073619b49040b6" /><Relationship Type="http://schemas.openxmlformats.org/officeDocument/2006/relationships/notesSlide" Target="/ppt/notesSlides/notesSlide1.xml" Id="R7d59313e396746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87bbd94ec4938" /><Relationship Type="http://schemas.openxmlformats.org/officeDocument/2006/relationships/notesSlide" Target="/ppt/notesSlides/notesSlide2.xml" Id="R95f60638df5f43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256614-80DE-4279-9757-99D69D3E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20618"/>
                </a:solidFill>
              </a:defRPr>
            </a:pPr>
            <a:r>
              <a:rPr sz="3750" b="1">
                <a:solidFill>
                  <a:srgbClr val="020618"/>
                </a:solidFill>
              </a:rPr>
              <a:t>Office image and notes acceptance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CD49D1-0692-46CA-BF58-7C3E9788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embedded image must retain a slide locator and an on-demand vision state.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73619b49040b6"/>
          <a:stretch xmlns:a="http://schemas.openxmlformats.org/drawingml/2006/main"/>
        </p:blipFill>
        <p:spPr>
          <a:xfrm xmlns:a="http://schemas.openxmlformats.org/drawingml/2006/main">
            <a:off x="7810500" y="160020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67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AC1C7E-A29F-4E75-8577-637D9163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The regional table remains queryable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99060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02000"/>
                <a:gridCol w="3302000"/>
                <a:gridCol w="3302000"/>
              </a:tblGrid>
              <a:tr h="825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marL="91440" marR="91440" marT="45720" marB="45720">
                    <a:solidFill>
                      <a:srgbClr val="0F1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Branch</a:t>
                      </a:r>
                    </a:p>
                  </a:txBody>
                  <a:tcPr marL="91440" marR="91440" marT="45720" marB="45720">
                    <a:solidFill>
                      <a:srgbClr val="0F17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0F172B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B"/>
                          </a:solidFill>
                        </a:rPr>
                        <a:t>North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B"/>
                          </a:solidFill>
                        </a:rPr>
                        <a:t>Beijing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B"/>
                          </a:solidFill>
                        </a:rPr>
                        <a:t>83</a:t>
                      </a:r>
                    </a:p>
                  </a:txBody>
                  <a:tcPr marL="91440" marR="91440" marT="45720" marB="45720"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B"/>
                          </a:solidFill>
                        </a:rPr>
                        <a:t>East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B"/>
                          </a:solidFill>
                        </a:rPr>
                        <a:t>Shanghai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F172B"/>
                          </a:solidFill>
                        </a:rPr>
                        <a:t>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984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2026-08-23T12:27:00.4710000Z</dcterms:created>
  <dcterms:modified xsi:type="dcterms:W3CDTF">2026-08-23T12:27:00.4710000Z</dcterms:modified>
</coreProperties>
</file>