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rId1" /><Relationship Type="http://schemas.openxmlformats.org/package/2006/relationships/metadata/thumbnail" Target="docProps/thumbnail.jpeg" Id="rId2" /><Relationship Type="http://schemas.openxmlformats.org/package/2006/relationships/metadata/core-properties" Target="docProps/core.xml" Id="rId3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a94453d9ea2340d1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演讲者备注：关注北京分行排名第二。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演讲者备注：关注北京分行排名第二。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六页经营结论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重点指标为 83 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分行排名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分行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指标值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排名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北京分行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2026-08-23T11:25:09Z</vt:lpwstr>
  </op:property>
</op:Properties>
</file>